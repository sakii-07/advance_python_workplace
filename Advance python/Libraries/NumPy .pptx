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8437-B7FF-6672-0F3C-00A9972B1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F1B11-ACAD-07F3-2320-EA347A53E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9E16A-9078-6E0F-F509-EC525320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7C0D0-2999-0712-82AB-09491378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4BEE-35D4-9697-4629-B06B0BDA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4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3004-8CAB-C1CD-554A-CF517846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C29E8-BD6B-97D3-F55B-A2C94167B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843C2-7637-2154-A28F-23FC4F7F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C1B02-F9EB-6CC7-B6F5-7504F63A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8C0EF-E829-297D-A4DC-4BF6877F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7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FD54-27C6-BF94-CCFE-2C289333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5213E-940D-F6C6-7001-127B1F88E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5CCD-64B9-23D8-910B-A7242C8D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DCA6E-E0C8-2569-9F1E-1EA1479A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A5DC-281B-337F-B5DD-55807411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72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7403-6141-3355-266A-7EFFBB2D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1A635-35F6-B251-2911-E8EEB7112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FFC12-FE0E-0D4A-89BD-858C9C20B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1776-DA78-A7C2-5793-55196194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A5753-814B-C0A5-F23D-060B00C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3DB6C-795A-D02E-0900-2576C3A0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53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C001-3833-0E80-CC90-47660195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3FD93-80D5-5F63-0CCB-F2D45ABA8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7E46B-5CC2-0740-5E14-3A8DA1F31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14BE0-322F-EE7F-F5EA-2F88A33F0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6C72A-CA71-9CB1-5105-F8C0E8B75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B5EE9-8646-EBC3-6FDD-4B2D3854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4028A-9EFE-67A0-5DD4-8EC755C3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7E4E5-F658-5106-24F2-A2074610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63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D9CC-BC86-182C-0E9F-FCE33C83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05BE3-C66B-54EA-A4F1-35AEE2F1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6CF6F-B51E-8C93-D6A0-01F9444F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0FDA4-99AC-DFC1-BCAE-ED1DDBCE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09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63EE7-9AAC-E640-75A6-4F666806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63683-5EE3-C2CB-8F52-31107856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57DDD-A0D0-16EE-A92A-A56716BB1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28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B7E2-5056-30E1-91F2-0BA2EC92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DEC1-C559-CD5E-9ABA-6D30A2A7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89035-6A09-BFC6-6B39-7F20AF3E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2DE55-4974-33EA-9188-ED75262D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68716-FF19-8195-407E-D5A12578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45982-F4A4-F55A-5EE6-C2FE7429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71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F119-D23A-D589-432E-76743419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60882-EB06-657C-F721-49A2A57F6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970C-1AB4-942E-E7CD-DA9129A5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7DD83-5506-CEB1-A584-43D519E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2CD3A-DF44-7599-1D1E-8E0C563B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C855A-CFAA-1C50-AE8C-354850D3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5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5769-83CC-A5A5-A972-86674FE9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5027A-B4FE-0D3F-BEE9-351C0B4C0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32115-F81A-201E-48B0-99A166EE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B59A-85C8-BB54-4E22-426856AE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263A9-051A-BBB5-A752-C5A1B24E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8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31B17-0CF7-1C91-DD73-B0EB2376F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5FFC7-BDA0-A465-CEA3-7A7AF9011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198F7-F859-0E9E-E144-7099B063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C55BD-A0C3-C97F-0E1D-E0341496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FA92-8F31-E346-8534-7B77D5D3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29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C8724-4570-770A-28A1-CAACC7B7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58651-7648-BEDF-E38D-A6E503E8D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6ADD8-D5D3-648F-D3CA-91871F72C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7C35C-CF22-4D3F-9667-9437E340230F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EEA51-6ADC-BE6C-6A68-8B9ADC5A5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B1A7D-1729-55C6-FB50-70C1999E6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545A3-7C85-4EC8-8430-AB56029DD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6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7D5C-3B6E-921E-E961-890DCC7C0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505" y="2036763"/>
            <a:ext cx="9144000" cy="2387600"/>
          </a:xfrm>
        </p:spPr>
        <p:txBody>
          <a:bodyPr/>
          <a:lstStyle/>
          <a:p>
            <a:r>
              <a:rPr lang="en-IN" b="1" dirty="0"/>
              <a:t>NumPy Tutorial</a:t>
            </a: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0032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0663-1D5C-A725-FDF6-58317EF2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333041"/>
            <a:ext cx="11321716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What and Why</a:t>
            </a:r>
            <a:r>
              <a:rPr lang="en-IN" dirty="0"/>
              <a:t> </a:t>
            </a:r>
            <a:r>
              <a:rPr lang="en-IN" b="1" dirty="0"/>
              <a:t> NumPy?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03613-EA52-7AE2-9472-9ADCC720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NumPy is a Python library used for working with arrays.</a:t>
            </a:r>
          </a:p>
          <a:p>
            <a:r>
              <a:rPr lang="en-US" dirty="0"/>
              <a:t>It also has functions for working in domain of linear algebra, </a:t>
            </a:r>
            <a:r>
              <a:rPr lang="en-US" dirty="0" err="1"/>
              <a:t>fourier</a:t>
            </a:r>
            <a:r>
              <a:rPr lang="en-US" dirty="0"/>
              <a:t> transform, and matrices.</a:t>
            </a:r>
          </a:p>
          <a:p>
            <a:r>
              <a:rPr lang="en-US" dirty="0"/>
              <a:t>NumPy was created in 2005 by Travis Oliphant. It is an open source project and you can use it freely.</a:t>
            </a:r>
          </a:p>
          <a:p>
            <a:r>
              <a:rPr lang="en-US" dirty="0"/>
              <a:t>NumPy stands for Numerical Python.</a:t>
            </a:r>
          </a:p>
          <a:p>
            <a:r>
              <a:rPr lang="en-US" dirty="0"/>
              <a:t>In Python we have lists that serve the purpose of arrays, but they are slow to process.</a:t>
            </a:r>
          </a:p>
          <a:p>
            <a:r>
              <a:rPr lang="en-US" dirty="0"/>
              <a:t>NumPy aims to provide an array object that is up to 50x faster than traditional Python lists.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1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677D-FD75-3404-0A76-39A4A67BC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Installation of NumPy</a:t>
            </a:r>
          </a:p>
          <a:p>
            <a:pPr marL="0" indent="0">
              <a:buNone/>
            </a:pPr>
            <a:r>
              <a:rPr lang="en-IN" dirty="0"/>
              <a:t> 	pip install </a:t>
            </a:r>
            <a:r>
              <a:rPr lang="en-IN" dirty="0" err="1"/>
              <a:t>numpy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Checking NumPy Version</a:t>
            </a:r>
          </a:p>
          <a:p>
            <a:pPr marL="0" indent="0">
              <a:buNone/>
            </a:pPr>
            <a:r>
              <a:rPr lang="en-IN" dirty="0"/>
              <a:t>	print(</a:t>
            </a:r>
            <a:r>
              <a:rPr lang="en-IN" dirty="0" err="1"/>
              <a:t>np.__version</a:t>
            </a:r>
            <a:r>
              <a:rPr lang="en-IN" dirty="0"/>
              <a:t>__)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Import NumPy</a:t>
            </a:r>
          </a:p>
          <a:p>
            <a:pPr marL="0" indent="0">
              <a:buNone/>
            </a:pPr>
            <a:r>
              <a:rPr lang="en-IN" dirty="0"/>
              <a:t>	import </a:t>
            </a:r>
            <a:r>
              <a:rPr lang="en-IN" dirty="0" err="1"/>
              <a:t>numpy</a:t>
            </a:r>
            <a:r>
              <a:rPr lang="en-IN" dirty="0"/>
              <a:t> as np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17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E2C0A-5183-925E-6C2C-8D15A77B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084" y="81430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Create a NumPy </a:t>
            </a:r>
            <a:r>
              <a:rPr lang="en-US" b="1" dirty="0" err="1"/>
              <a:t>ndarray</a:t>
            </a:r>
            <a:r>
              <a:rPr lang="en-US" b="1" dirty="0"/>
              <a:t> Object</a:t>
            </a:r>
            <a:br>
              <a:rPr lang="en-US" b="1" dirty="0"/>
            </a:b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5005A-46DF-F5DB-C537-BACE7BA4B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is used to work with arrays. The array object in NumPy is called </a:t>
            </a:r>
            <a:r>
              <a:rPr lang="en-US" dirty="0" err="1"/>
              <a:t>ndarray</a:t>
            </a:r>
            <a:r>
              <a:rPr lang="en-US" dirty="0"/>
              <a:t>.</a:t>
            </a:r>
          </a:p>
          <a:p>
            <a:r>
              <a:rPr lang="en-US" dirty="0"/>
              <a:t>create a NumPy </a:t>
            </a:r>
            <a:r>
              <a:rPr lang="en-US" dirty="0" err="1"/>
              <a:t>ndarray</a:t>
            </a:r>
            <a:r>
              <a:rPr lang="en-US" dirty="0"/>
              <a:t> object by using the array() function.</a:t>
            </a:r>
          </a:p>
          <a:p>
            <a:pPr marL="0" indent="0">
              <a:buNone/>
            </a:pPr>
            <a:r>
              <a:rPr lang="en-US" dirty="0"/>
              <a:t>	import </a:t>
            </a:r>
            <a:r>
              <a:rPr lang="en-US" dirty="0" err="1"/>
              <a:t>numpy</a:t>
            </a:r>
            <a:r>
              <a:rPr lang="en-US" dirty="0"/>
              <a:t> as np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 2, 3, 4, 5])</a:t>
            </a:r>
            <a:br>
              <a:rPr lang="en-US" dirty="0"/>
            </a:br>
            <a:r>
              <a:rPr lang="en-US" dirty="0"/>
              <a:t>	print(</a:t>
            </a:r>
            <a:r>
              <a:rPr lang="en-US" dirty="0" err="1"/>
              <a:t>arr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print(type(</a:t>
            </a:r>
            <a:r>
              <a:rPr lang="en-US" dirty="0" err="1"/>
              <a:t>arr</a:t>
            </a:r>
            <a:r>
              <a:rPr lang="en-US" dirty="0"/>
              <a:t>))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14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1F8F-D888-E034-C1DD-E96BDBBB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Dimensions in Arrays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09957-8E0D-01CC-C3D7-89064702D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(42)</a:t>
            </a:r>
            <a:br>
              <a:rPr lang="en-US" dirty="0"/>
            </a:br>
            <a:r>
              <a:rPr lang="en-US" dirty="0"/>
              <a:t>b = </a:t>
            </a:r>
            <a:r>
              <a:rPr lang="en-US" dirty="0" err="1"/>
              <a:t>np.array</a:t>
            </a:r>
            <a:r>
              <a:rPr lang="en-US" dirty="0"/>
              <a:t>([1, 2, 3, 4, 5])</a:t>
            </a:r>
            <a:br>
              <a:rPr lang="en-US" dirty="0"/>
            </a:br>
            <a:r>
              <a:rPr lang="en-US" dirty="0"/>
              <a:t>c = </a:t>
            </a:r>
            <a:r>
              <a:rPr lang="en-US" dirty="0" err="1"/>
              <a:t>np.array</a:t>
            </a:r>
            <a:r>
              <a:rPr lang="en-US" dirty="0"/>
              <a:t>([[1, 2, 3], [4, 5, 6]])</a:t>
            </a:r>
            <a:br>
              <a:rPr lang="en-US" dirty="0"/>
            </a:br>
            <a:r>
              <a:rPr lang="en-US" dirty="0"/>
              <a:t>d = </a:t>
            </a:r>
            <a:r>
              <a:rPr lang="en-US" dirty="0" err="1"/>
              <a:t>np.array</a:t>
            </a:r>
            <a:r>
              <a:rPr lang="en-US" dirty="0"/>
              <a:t>([[[1, 2, 3], [4, 5, 6]], [[1, 2, 3], [4, 5, 6]]])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a.ndim</a:t>
            </a:r>
            <a:r>
              <a:rPr lang="en-IN" dirty="0"/>
              <a:t>), print(</a:t>
            </a:r>
            <a:r>
              <a:rPr lang="en-IN" dirty="0" err="1"/>
              <a:t>b.ndim</a:t>
            </a:r>
            <a:r>
              <a:rPr lang="en-IN" dirty="0"/>
              <a:t>), print(</a:t>
            </a:r>
            <a:r>
              <a:rPr lang="en-IN" dirty="0" err="1"/>
              <a:t>c.ndim</a:t>
            </a:r>
            <a:r>
              <a:rPr lang="en-IN" dirty="0"/>
              <a:t>), print(</a:t>
            </a:r>
            <a:r>
              <a:rPr lang="en-IN" dirty="0" err="1"/>
              <a:t>d.ndim</a:t>
            </a:r>
            <a:r>
              <a:rPr lang="en-IN" dirty="0"/>
              <a:t>)</a:t>
            </a:r>
            <a:endParaRPr lang="en-US" dirty="0"/>
          </a:p>
          <a:p>
            <a:r>
              <a:rPr lang="en-US" dirty="0"/>
              <a:t>NumPy Arrays provides the </a:t>
            </a:r>
            <a:r>
              <a:rPr lang="en-US" dirty="0" err="1"/>
              <a:t>ndim</a:t>
            </a:r>
            <a:r>
              <a:rPr lang="en-US" dirty="0"/>
              <a:t> attribute that returns an integer that tells us how many dimensions the array have.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184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C812-C51E-EA3C-3CF2-521E0BC6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Higher Dimensional Arrays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EF7E-CE2D-37E3-66A7-5E81BEA29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 </a:t>
            </a:r>
            <a:r>
              <a:rPr lang="en-US" dirty="0" err="1"/>
              <a:t>numpy</a:t>
            </a:r>
            <a:r>
              <a:rPr lang="en-US" dirty="0"/>
              <a:t> as np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 2, 3, 4], </a:t>
            </a:r>
            <a:r>
              <a:rPr lang="en-US" dirty="0" err="1"/>
              <a:t>ndmin</a:t>
            </a:r>
            <a:r>
              <a:rPr lang="en-US" dirty="0"/>
              <a:t>=5)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print('number of dimensions :', </a:t>
            </a:r>
            <a:r>
              <a:rPr lang="en-US" dirty="0" err="1"/>
              <a:t>arr.ndim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91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EB91-E568-1E01-A819-FBCD659B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 Array Indexing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B4A8E-C292-2D0C-9A98-57C8092DB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579" y="1211177"/>
            <a:ext cx="10515600" cy="4351338"/>
          </a:xfrm>
        </p:spPr>
        <p:txBody>
          <a:bodyPr/>
          <a:lstStyle/>
          <a:p>
            <a:r>
              <a:rPr lang="en-US" dirty="0"/>
              <a:t>Array indexing is the same as accessing an array element.</a:t>
            </a:r>
          </a:p>
          <a:p>
            <a:r>
              <a:rPr lang="en-US" dirty="0"/>
              <a:t>You can access an array element by referring to its index number.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C03C9-6C7E-E29B-CC53-8BFB9A038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475746"/>
            <a:ext cx="5649113" cy="2245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8D185-FC57-A783-C8B0-AB5D5A8A3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58" y="4701327"/>
            <a:ext cx="5029201" cy="2156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57B545-938A-0CBB-6F3D-6D64552AE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99" y="2411468"/>
            <a:ext cx="4911579" cy="1839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9204BD-3FE3-FA6B-9D8F-680B2FFFA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11468"/>
            <a:ext cx="4793959" cy="206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2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7F7C-0342-5A29-3320-43BA0576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 Array Slicing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71D867-44B1-B84E-F7C2-A8B78982C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4097014"/>
            <a:ext cx="5135524" cy="20430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04D04-1515-A7C1-0F8F-771EDCF82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80" y="4097014"/>
            <a:ext cx="4769941" cy="2043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A632ED-80F6-68C1-DB0A-961C8A85F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32731"/>
            <a:ext cx="5257800" cy="19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1C25A9-3164-AFE9-C972-033E0ED58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80" y="1385999"/>
            <a:ext cx="4769942" cy="20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3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FF7D-81B0-4D78-AAF0-6DC78107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Checking the Data Type of an Array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50B7-21B6-803F-ED03-48C22CD26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989"/>
            <a:ext cx="10515600" cy="5037974"/>
          </a:xfrm>
        </p:spPr>
        <p:txBody>
          <a:bodyPr/>
          <a:lstStyle/>
          <a:p>
            <a:r>
              <a:rPr lang="en-US" dirty="0"/>
              <a:t>The NumPy array object has a property called </a:t>
            </a:r>
            <a:r>
              <a:rPr lang="en-US" dirty="0" err="1"/>
              <a:t>dtype</a:t>
            </a:r>
            <a:r>
              <a:rPr lang="en-US" dirty="0"/>
              <a:t> that returns the data type of the array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Creating Arrays With a Defined Data Type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C30F6-E26A-F4B5-1055-FDB07353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811" y="1637212"/>
            <a:ext cx="5684107" cy="1791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3C90C-910D-0FAC-D69D-C8E0CE0F6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196" y="4496786"/>
            <a:ext cx="6100962" cy="21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03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FCD8-FDD2-DCBB-0295-7CF15B8F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Converting Data Type on Existing Arrays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0474-3E8C-40C9-FE83-19D2ACA04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change the data type of an existing array, is to make a copy of the array with the </a:t>
            </a:r>
            <a:r>
              <a:rPr lang="en-US" dirty="0" err="1"/>
              <a:t>astype</a:t>
            </a:r>
            <a:r>
              <a:rPr lang="en-US" dirty="0"/>
              <a:t>() method.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831F2-8BA9-C3BB-CBE4-EEB05127F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452550"/>
            <a:ext cx="5041164" cy="346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0C964-17E0-1958-46D7-9A42A70EB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98" y="2452551"/>
            <a:ext cx="4529971" cy="346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5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A9AB-32E5-A82F-6FA9-C3948D7B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NumPy Array Copy vs View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6412-B11E-ABDF-B3E2-744339BBA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7" y="1253331"/>
            <a:ext cx="628449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main difference between a copy and a view of an array is that the copy is a new array, and the view is just a view of the original array.</a:t>
            </a:r>
          </a:p>
          <a:p>
            <a:r>
              <a:rPr lang="en-US" dirty="0"/>
              <a:t>The copy </a:t>
            </a:r>
            <a:r>
              <a:rPr lang="en-US" i="1" dirty="0"/>
              <a:t>owns</a:t>
            </a:r>
            <a:r>
              <a:rPr lang="en-US" dirty="0"/>
              <a:t> the data and any changes made to the copy will not affect original array, and any changes made to the original array will not affect the copy.</a:t>
            </a:r>
          </a:p>
          <a:p>
            <a:r>
              <a:rPr lang="en-US" dirty="0"/>
              <a:t>The view </a:t>
            </a:r>
            <a:r>
              <a:rPr lang="en-US" i="1" dirty="0"/>
              <a:t>does not own</a:t>
            </a:r>
            <a:r>
              <a:rPr lang="en-US" dirty="0"/>
              <a:t> the data and any changes made to the view will affect the original array, and any changes made to the original array will affect the view.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4B1CB-5771-11FB-338E-4727B951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305" y="4053415"/>
            <a:ext cx="5181600" cy="2684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AE40F-0444-017F-F6BD-0A8B7372F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305" y="1253331"/>
            <a:ext cx="5181599" cy="261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9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75B0-B8FA-CFE9-16E2-052C5926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 Array Shape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ED0C16-BFDE-F751-E8D4-08CC41822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37" y="1690687"/>
            <a:ext cx="4805833" cy="30346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ABE22-983F-EC6E-E972-4008C1AA1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34" y="1690687"/>
            <a:ext cx="4454340" cy="30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42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7AFB2-C305-D8EF-013B-D0C9E510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 Array Reshaping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A20A16-27DC-0959-C3BB-7D2C4980A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053" y="1957137"/>
            <a:ext cx="5306998" cy="37381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ED2524-2F5C-993E-880C-12B95F21A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1" y="1301550"/>
            <a:ext cx="5566610" cy="335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4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2F5F-4A00-EA31-5003-21FDB4C1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Flattening the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B4C9-09A8-1469-EF72-A9131AAE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Flattening array means converting a multidimensional array into a 1D array.</a:t>
            </a:r>
          </a:p>
          <a:p>
            <a:r>
              <a:rPr lang="en-US" dirty="0"/>
              <a:t>use reshape(-1) 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B4748-4044-2990-17F5-13075785C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11" y="2980456"/>
            <a:ext cx="5855368" cy="282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702E-DC84-0163-C0F3-8AE66867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 Array Iterating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52082-EC99-D17D-192F-47E286C97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337" y="4379495"/>
            <a:ext cx="7684167" cy="24785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8844D7-6157-506A-C479-58848F0BF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425" y="1341349"/>
            <a:ext cx="5644596" cy="2478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BDCB8D-5162-1D00-F1FC-2E5DF9061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0" y="1341349"/>
            <a:ext cx="4507780" cy="24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76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BD24-8079-770B-C754-696A2366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Iterating Arrays Using </a:t>
            </a:r>
            <a:r>
              <a:rPr lang="en-IN" b="1" dirty="0" err="1"/>
              <a:t>nditer</a:t>
            </a:r>
            <a:r>
              <a:rPr lang="en-IN" b="1" dirty="0"/>
              <a:t>()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9DA06-D549-24F4-A225-9404CC649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498" y="2181726"/>
            <a:ext cx="8579004" cy="2822768"/>
          </a:xfrm>
        </p:spPr>
      </p:pic>
    </p:spTree>
    <p:extLst>
      <p:ext uri="{BB962C8B-B14F-4D97-AF65-F5344CB8AC3E}">
        <p14:creationId xmlns:p14="http://schemas.microsoft.com/office/powerpoint/2010/main" val="3627928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73FF-2CC4-80EA-1E0E-95F0DCB9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 Joining Array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240EAD-3EFC-908F-F7EA-23ABFF627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7" y="4219074"/>
            <a:ext cx="5802220" cy="26389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70EB5-1DE3-FB3A-4626-4264D0802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971" y="1319028"/>
            <a:ext cx="5802221" cy="2638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43BD99-2033-A319-42CB-B1B4731B5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8" y="1319028"/>
            <a:ext cx="5331996" cy="26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0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AE7F-6DB9-85AF-AD3D-E5EF32E6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 Splitting Array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B2D7B-ABA9-9DB5-9756-C943C408F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916" y="2021306"/>
            <a:ext cx="6513095" cy="3946358"/>
          </a:xfrm>
        </p:spPr>
      </p:pic>
    </p:spTree>
    <p:extLst>
      <p:ext uri="{BB962C8B-B14F-4D97-AF65-F5344CB8AC3E}">
        <p14:creationId xmlns:p14="http://schemas.microsoft.com/office/powerpoint/2010/main" val="2050006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F4C3-42EA-5DF8-81A1-77D4CBE1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 Searching Arrays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B6BB2-B984-DBE6-3913-FC350D760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696" y="1209425"/>
            <a:ext cx="5229726" cy="26727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B33C9-CA15-C034-020F-D55B46AD9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9426"/>
            <a:ext cx="5229726" cy="2672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AA999A-EDCF-AEA5-D796-701A5D4E4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658" y="4058652"/>
            <a:ext cx="5533843" cy="271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48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20CE3-1997-976B-F66F-C78E3C5D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NumPy Sorting Arrays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B4301-86B7-1D99-6AD6-BB30A6BA3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009" y="1532650"/>
            <a:ext cx="4958920" cy="247787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5BCD1B-4F34-F8D4-45AE-BE3B17D4E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54" y="4475747"/>
            <a:ext cx="7764378" cy="2261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1A7113-0898-00D6-2CDB-BCA46EC27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63" y="1525839"/>
            <a:ext cx="5432300" cy="24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42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633</Words>
  <Application>Microsoft Office PowerPoint</Application>
  <PresentationFormat>Widescreen</PresentationFormat>
  <Paragraphs>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NumPy Tutorial </vt:lpstr>
      <vt:lpstr>What and Why  NumPy? </vt:lpstr>
      <vt:lpstr>PowerPoint Presentation</vt:lpstr>
      <vt:lpstr>Create a NumPy ndarray Object  </vt:lpstr>
      <vt:lpstr>Dimensions in Arrays </vt:lpstr>
      <vt:lpstr>Higher Dimensional Arrays </vt:lpstr>
      <vt:lpstr>NumPy Array Indexing </vt:lpstr>
      <vt:lpstr>NumPy Array Slicing </vt:lpstr>
      <vt:lpstr>Checking the Data Type of an Array </vt:lpstr>
      <vt:lpstr>Converting Data Type on Existing Arrays </vt:lpstr>
      <vt:lpstr>NumPy Array Copy vs View </vt:lpstr>
      <vt:lpstr>NumPy Array Shape </vt:lpstr>
      <vt:lpstr>NumPy Array Reshaping </vt:lpstr>
      <vt:lpstr>Flattening the arrays</vt:lpstr>
      <vt:lpstr>NumPy Array Iterating </vt:lpstr>
      <vt:lpstr>Iterating Arrays Using nditer() </vt:lpstr>
      <vt:lpstr>NumPy Joining Array </vt:lpstr>
      <vt:lpstr>NumPy Splitting Array </vt:lpstr>
      <vt:lpstr>NumPy Searching Arrays </vt:lpstr>
      <vt:lpstr>NumPy Sorting Arrays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 Chaudhari</dc:creator>
  <cp:lastModifiedBy>Ritik Chaudhari</cp:lastModifiedBy>
  <cp:revision>2</cp:revision>
  <dcterms:created xsi:type="dcterms:W3CDTF">2025-09-23T19:44:03Z</dcterms:created>
  <dcterms:modified xsi:type="dcterms:W3CDTF">2025-09-23T20:55:33Z</dcterms:modified>
</cp:coreProperties>
</file>